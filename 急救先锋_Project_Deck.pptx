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5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FFD54F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急救先锋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0" kern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AID HERO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小红花公益急救闯关游戏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腾讯云黑客松 · 用游戏传递公益力量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914400"/>
            <a:ext cx="2286000" cy="2286000"/>
          </a:xfrm>
          <a:prstGeom prst="ellipse">
            <a:avLst/>
          </a:prstGeom>
          <a:solidFill>
            <a:srgbClr val="E53935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1188720"/>
            <a:ext cx="1737360" cy="1737360"/>
          </a:xfrm>
          <a:prstGeom prst="ellipse">
            <a:avLst/>
          </a:prstGeom>
          <a:solidFill>
            <a:srgbClr val="FFD54F">
              <a:alpha val="4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822960" cy="822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4389120"/>
            <a:ext cx="73152" cy="457200"/>
          </a:xfrm>
          <a:prstGeom prst="rec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4389120"/>
            <a:ext cx="73152" cy="365760"/>
          </a:xfrm>
          <a:prstGeom prst="rec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4389120"/>
            <a:ext cx="73152" cy="274320"/>
          </a:xfrm>
          <a:prstGeom prst="rec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54F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背景与机遇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82880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73152" cy="3474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😔 现状痛点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• 我国每年约 55 万人因心脏骤停猝死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• 院外抢救成功率不足 1%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• 传统急救科普形式枯燥，参与度低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• 公众急救知识普及率远低于发达国家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347472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我们的方案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寓教于乐：将急救知识游戏化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竞技激励：段位进阶 + 排行榜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全年龄段：零门槛即时开玩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权威知识：40 道专业急救题目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</a:rPr>
              <a:t>55万+</a:t>
            </a:r>
            <a:endParaRPr lang="en-US" sz="3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每年心脏骤停人数 / 院外抢救成功率不足 1%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82880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C62828">
              <a:alpha val="95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让每个人都能在游戏中学会急救，在关键时刻挺身而出。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急救题目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 道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2194560" cy="18288"/>
          </a:xfrm>
          <a:prstGeom prst="rect">
            <a:avLst/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 8 大主题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54680" y="16916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745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段位进阶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84048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段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3337560" y="2606040"/>
            <a:ext cx="2194560" cy="18288"/>
          </a:xfrm>
          <a:prstGeom prst="rect">
            <a:avLst/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333756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青铜 → 急救大师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16916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745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竞技闯关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72084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关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6217920" y="2606040"/>
            <a:ext cx="2194560" cy="18288"/>
          </a:xfrm>
          <a:prstGeom prst="rect">
            <a:avLst/>
          </a:prstGeom>
          <a:solidFill>
            <a:srgbClr val="FFD54F">
              <a:alpha val="6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62179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逐级解锁挑战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274320" y="33832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6616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受众群体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6012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全年龄段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457200" y="4297680"/>
            <a:ext cx="2194560" cy="18288"/>
          </a:xfrm>
          <a:prstGeom prst="rect">
            <a:avLst/>
          </a:prstGeom>
          <a:solidFill>
            <a:srgbClr val="FFD54F">
              <a:alpha val="60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457200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零门槛上手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154680" y="33832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566160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4048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游戏类型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84048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问答闯关</a:t>
            </a:r>
            <a:endParaRPr lang="en-US" sz="2200" dirty="0"/>
          </a:p>
        </p:txBody>
      </p:sp>
      <p:sp>
        <p:nvSpPr>
          <p:cNvPr id="35" name="Shape 28"/>
          <p:cNvSpPr/>
          <p:nvPr/>
        </p:nvSpPr>
        <p:spPr>
          <a:xfrm>
            <a:off x="3337560" y="4297680"/>
            <a:ext cx="2194560" cy="18288"/>
          </a:xfrm>
          <a:prstGeom prst="rect">
            <a:avLst/>
          </a:prstGeom>
          <a:solidFill>
            <a:srgbClr val="FFD54F">
              <a:alpha val="6000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3337560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 跨平台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035040" y="33832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566160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2084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知识手册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72084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随时查阅</a:t>
            </a:r>
            <a:endParaRPr lang="en-US" sz="2200" dirty="0"/>
          </a:p>
        </p:txBody>
      </p:sp>
      <p:sp>
        <p:nvSpPr>
          <p:cNvPr id="41" name="Shape 33"/>
          <p:cNvSpPr/>
          <p:nvPr/>
        </p:nvSpPr>
        <p:spPr>
          <a:xfrm>
            <a:off x="6217920" y="4297680"/>
            <a:ext cx="2194560" cy="18288"/>
          </a:xfrm>
          <a:prstGeom prst="rect">
            <a:avLst/>
          </a:prstGeom>
          <a:solidFill>
            <a:srgbClr val="FFD54F">
              <a:alpha val="60000"/>
            </a:srgbClr>
          </a:solidFill>
          <a:ln/>
        </p:spPr>
      </p:sp>
      <p:sp>
        <p:nvSpPr>
          <p:cNvPr id="42" name="Text 34"/>
          <p:cNvSpPr/>
          <p:nvPr/>
        </p:nvSpPr>
        <p:spPr>
          <a:xfrm>
            <a:off x="6217920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全部题目可检索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六大游戏特色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82880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11430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权威知识库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道急救题目参考红十字会、AHA 权威指南，每题附带详细解析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22960"/>
            <a:ext cx="64008" cy="11430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0352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段位进阶系统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352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青铜 → 白银 → 黄金 → 铂金 → 钻石 → 急救大师，6 大段位激励持续学习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48840"/>
            <a:ext cx="64008" cy="11430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小红花收集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答对得分、时间奖励、连击加分，积累小红花冲击更高段位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148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148840"/>
            <a:ext cx="64008" cy="11430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🏅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035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排行榜竞技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TOP 20 榜单、前三名奖牌标识，增强用户竞技粘性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74720"/>
            <a:ext cx="64008" cy="11430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知识速查手册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40 题可搜索、分类速查，既是游戏也是学习工具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4747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474720"/>
            <a:ext cx="64008" cy="11430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3035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零门槛零依赖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0352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无安装无注册，纯前端双击即开；响应式适配手机/Pad/PC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八大急救主题关卡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82880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每关 5 题，共 40 道专业急救知识问答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0116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60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关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❤️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心肺复苏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道题目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822960"/>
            <a:ext cx="20116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960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🩹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60604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止血包扎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0604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道题目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8229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822960"/>
            <a:ext cx="2011680" cy="54864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960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关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🔥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80060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火灾逃生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道题目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8229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822960"/>
            <a:ext cx="20116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960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关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🌊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99516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溺水救援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9516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道题目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6517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651760"/>
            <a:ext cx="2011680" cy="54864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5 关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☀️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114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中暑急救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1480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道题目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26517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68880" y="2651760"/>
            <a:ext cx="201168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8" name="Text 36"/>
          <p:cNvSpPr/>
          <p:nvPr/>
        </p:nvSpPr>
        <p:spPr>
          <a:xfrm>
            <a:off x="260604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6 关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060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🗣️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260604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异物卡喉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606040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道题目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26517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2651760"/>
            <a:ext cx="201168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7 关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0060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480060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地震避险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800600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道题目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0" y="26517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58000" y="2651760"/>
            <a:ext cx="20116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0" name="Text 48"/>
          <p:cNvSpPr/>
          <p:nvPr/>
        </p:nvSpPr>
        <p:spPr>
          <a:xfrm>
            <a:off x="699516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8 关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9516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699516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触电急救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95160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道题目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段位进阶系统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积累小红花，解锁更高段位，成为真正的急救大师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280160" cy="3200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280160" cy="5486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🥉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青铜急救员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31520" cy="18288"/>
          </a:xfrm>
          <a:prstGeom prst="rect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急救小白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47088" y="1097280"/>
            <a:ext cx="1280160" cy="3200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47088" y="1097280"/>
            <a:ext cx="1280160" cy="5486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5" name="Text 13"/>
          <p:cNvSpPr/>
          <p:nvPr/>
        </p:nvSpPr>
        <p:spPr>
          <a:xfrm>
            <a:off x="1847088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🥈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9385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白银急救员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1408" y="2377440"/>
            <a:ext cx="731520" cy="18288"/>
          </a:xfrm>
          <a:prstGeom prst="rect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938528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38528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38528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急救学徒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36976" y="1097280"/>
            <a:ext cx="1280160" cy="3200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36976" y="1097280"/>
            <a:ext cx="1280160" cy="54864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3" name="Text 21"/>
          <p:cNvSpPr/>
          <p:nvPr/>
        </p:nvSpPr>
        <p:spPr>
          <a:xfrm>
            <a:off x="3236976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🥇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328416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黄金急救员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11296" y="2377440"/>
            <a:ext cx="731520" cy="18288"/>
          </a:xfrm>
          <a:prstGeom prst="rect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28416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28416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28416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急救能手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26864" y="1097280"/>
            <a:ext cx="1280160" cy="3200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1097280"/>
            <a:ext cx="128016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Text 29"/>
          <p:cNvSpPr/>
          <p:nvPr/>
        </p:nvSpPr>
        <p:spPr>
          <a:xfrm>
            <a:off x="4626864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💎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4718304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铂金急救员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01184" y="2377440"/>
            <a:ext cx="731520" cy="18288"/>
          </a:xfrm>
          <a:prstGeom prst="rect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18304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600+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718304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小红花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18304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急救达人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16752" y="1097280"/>
            <a:ext cx="1280160" cy="3200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16752" y="1097280"/>
            <a:ext cx="1280160" cy="5486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9" name="Text 37"/>
          <p:cNvSpPr/>
          <p:nvPr/>
        </p:nvSpPr>
        <p:spPr>
          <a:xfrm>
            <a:off x="6016752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👑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6108192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钻石急救员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91072" y="2377440"/>
            <a:ext cx="731520" cy="18288"/>
          </a:xfrm>
          <a:prstGeom prst="rect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108192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1000+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108192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小红花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08192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急救专家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06640" y="1097280"/>
            <a:ext cx="1280160" cy="3200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06640" y="1097280"/>
            <a:ext cx="1280160" cy="54864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47" name="Text 45"/>
          <p:cNvSpPr/>
          <p:nvPr/>
        </p:nvSpPr>
        <p:spPr>
          <a:xfrm>
            <a:off x="740664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🌟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749808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急救大师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680960" y="2377440"/>
            <a:ext cx="731520" cy="18288"/>
          </a:xfrm>
          <a:prstGeom prst="rect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0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1500+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49808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小红花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公益英雄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评分与奖励机制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82880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73152" cy="3657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得分公式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关卡总分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 = 基础分 + 时间奖励 + 连击奖励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5722"/>
                </a:solidFill>
              </a:rPr>
              <a:t>基础分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 = 答对题数 × 20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时间奖励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 = 剩余秒数 × 2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连击奖励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 = 最大连续答对数 × 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822960"/>
            <a:ext cx="3291840" cy="365760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星级评价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D54F"/>
                </a:solidFill>
              </a:rPr>
              <a:t>⭐⭐⭐ 3 星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全部答对且剩余时间 &gt; 30秒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D54F"/>
                </a:solidFill>
              </a:rPr>
              <a:t>⭐⭐ 2 星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全部答对或正确率 ≥ 80%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D54F"/>
                </a:solidFill>
              </a:rPr>
              <a:t>⭐ 1 星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正确率 ≥ 60%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5722"/>
                </a:solidFill>
              </a:rPr>
              <a:t>❌ 未通过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正确率 &lt; 60% 或时间耗尽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82880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37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纯前端技术栈 · 零服务端依赖 · 开箱即用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011680" cy="36576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258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1480" y="2331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语义化标签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单页应用架构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68880" y="82296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188720"/>
            <a:ext cx="2011680" cy="36576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258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606040" y="2331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Flex/Grid布局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CSS动画、响应式适配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63440" y="82296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63440" y="1188720"/>
            <a:ext cx="2011680" cy="36576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2588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0060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ES6+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800600" y="2331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零外部依赖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游戏引擎、状态管理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58000" y="82296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58000" y="1188720"/>
            <a:ext cx="2011680" cy="36576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3258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995160" y="2331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本地数据持久化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排行榜、用户进度管理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858000" y="822960"/>
            <a:ext cx="2011680" cy="228600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040880" y="914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040880" y="132588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零依赖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轻量化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跨平台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离线可用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即开即玩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82880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1168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005840"/>
            <a:ext cx="365760" cy="3657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层 (app.js)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页面渲染、事件绑定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路由切换、视觉特效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04872" y="82296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4872" y="822960"/>
            <a:ext cx="2011680" cy="54864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3" name="Shape 11"/>
          <p:cNvSpPr/>
          <p:nvPr/>
        </p:nvSpPr>
        <p:spPr>
          <a:xfrm>
            <a:off x="3227832" y="1005840"/>
            <a:ext cx="365760" cy="365760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96312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游戏引擎 (game.js)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96312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状态管理、计时计分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答题流程、连击逻辑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35424" y="82296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35424" y="822960"/>
            <a:ext cx="201168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Shape 17"/>
          <p:cNvSpPr/>
          <p:nvPr/>
        </p:nvSpPr>
        <p:spPr>
          <a:xfrm>
            <a:off x="5358384" y="1005840"/>
            <a:ext cx="365760" cy="3657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5358384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26864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 (data.js)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26864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道急救题目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关卡/段位配置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65976" y="82296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65976" y="822960"/>
            <a:ext cx="201168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5" name="Shape 23"/>
          <p:cNvSpPr/>
          <p:nvPr/>
        </p:nvSpPr>
        <p:spPr>
          <a:xfrm>
            <a:off x="7488936" y="1005840"/>
            <a:ext cx="365760" cy="36576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6" name="Text 24"/>
          <p:cNvSpPr/>
          <p:nvPr/>
        </p:nvSpPr>
        <p:spPr>
          <a:xfrm>
            <a:off x="7488936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57416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存储层 (storage.js)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57416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封装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排行榜、进度管理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72284" y="1463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402836" y="1463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33388" y="1463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74320" y="320040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200400"/>
            <a:ext cx="73152" cy="109728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运行方式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方式一：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双击 index.html 在浏览器中直接运行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方式二：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python3 -m http.server 8080 → 访问 localhost:8080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腾讯云能力结合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82880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73152" cy="7772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896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CloudBase (TCB)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云数据库存储排行榜、云函数管理用户数据、云托管部署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73152" cy="7772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EdgeOne Pages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167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一键部署 H5 应用，全球加速分发，零运维成本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43200"/>
            <a:ext cx="73152" cy="7772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5840" y="2816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腾讯云 COS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127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对象存储游戏资源、海报、分享图片，配合 CDN 加速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03320"/>
            <a:ext cx="73152" cy="7772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05840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腾讯云 API Gateway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087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对接外部急救知识库 API，实现动态内容扩展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赛题契合度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828800" cy="36576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4297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2976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978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小红花公益主题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收集小红花提升段位，将公益概念游戏化，传递急救知识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297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68680"/>
            <a:ext cx="42976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12080" y="978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应急急救方向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325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CPR、止血、火灾、溺水、中暑、海姆立克、地震、触电，八大急救场景全覆盖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297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86000"/>
            <a:ext cx="42976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👨‍👩‍👧‍👦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全年龄段友好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743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零门槛上手、响应式设计、高对比度配色、色盲友好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286000"/>
            <a:ext cx="4297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286000"/>
            <a:ext cx="42976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12080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竞技性设计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2743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六段段位进阶、本地 TOP 20 排行榜、连击奖励机制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守护生命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从游戏开始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FFD54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用游戏传递公益力量，让每个人都成为生命的守护者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急救先锋 · 腾讯云黑客松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急救先锋 — 小红花公益急救闯关游戏</dc:title>
  <dc:subject>PptxGenJS Presentation</dc:subject>
  <dc:creator>急救先锋团队</dc:creator>
  <cp:lastModifiedBy>急救先锋团队</cp:lastModifiedBy>
  <cp:revision>1</cp:revision>
  <dcterms:created xsi:type="dcterms:W3CDTF">2026-06-19T14:58:10Z</dcterms:created>
  <dcterms:modified xsi:type="dcterms:W3CDTF">2026-06-19T14:58:10Z</dcterms:modified>
</cp:coreProperties>
</file>